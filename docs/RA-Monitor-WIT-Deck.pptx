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2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DECK · SEPTEMBER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Realtime environment &amp; security monitoring for every Indomaret outlet — Room Alert units, admin dashboard, employee mobile app and API blackbox in one product.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548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47548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47548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PWA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11880" y="47548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4754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blackbox</a:t>
            </a:r>
            <a:endParaRPr lang="en-US" sz="900" dirty="0"/>
          </a:p>
        </p:txBody>
      </p:sp>
      <p:pic>
        <p:nvPicPr>
          <p:cNvPr id="12" name="Image 0" descr="/private/tmp/claude-501/-Users-syabanf-Documents-works-monitoring-system/ce5fc9fe-eafe-4e44-b411-b973fda0bc6c/scratchpad/deck/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143000"/>
            <a:ext cx="5669280" cy="35433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5029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WIT.ID · 360° Digital Transformation Company · Make IT Happen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this deck covers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585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77083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Section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What you will see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01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 problem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Environmental downtime, GSM/FWT pain points and why outlets need continuous monitoring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02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 solution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Room Alert units + WIT blackbox + admin dashboard + employee app + Telegram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03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Admin dashboard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Operations and maintenance points of view, alerts, analysis, reports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04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Shopfloor &amp; devices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Outlet map, in-store floor plan, device management and full master data CRUD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05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Mobile app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Employee response with photo proof, technician tickets, PWA install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06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API blackbox &amp; setup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Webhook / e-mail ingestion, request log, endpoint contract, setup wizard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07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Scale &amp; roadmap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30 distribution centers, 21,000 outlets, delivery phases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30% 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all downtime, data loss and damage an organisation faces is caused by environmental factors.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outlet already monitors its network. Almost none monitor temperature, humidity, doors and motion — until the cooler fails, the store is broken into after hours, or the power is cut.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0" y="1280160"/>
            <a:ext cx="3273552" cy="3931920"/>
          </a:xfrm>
          <a:prstGeom prst="roundRect">
            <a:avLst>
              <a:gd name="adj" fmla="val 6145"/>
            </a:avLst>
          </a:prstGeom>
          <a:solidFill>
            <a:srgbClr val="83B3EE"/>
          </a:solidFill>
          <a:ln w="12700">
            <a:solidFill>
              <a:srgbClr val="83B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 at the outlet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41080" y="187452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85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written down by hand, no trend history</a:t>
            </a:r>
            <a:endParaRPr lang="en-US" sz="1100" dirty="0"/>
          </a:p>
          <a:p>
            <a:pPr marL="177800" indent="-177800">
              <a:lnSpc>
                <a:spcPts val="1485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alarm needs a GSM SIM card per outlet, topped up monthly</a:t>
            </a:r>
            <a:endParaRPr lang="en-US" sz="1100" dirty="0"/>
          </a:p>
          <a:p>
            <a:pPr marL="177800" indent="-177800">
              <a:lnSpc>
                <a:spcPts val="1485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arm / disarm passkey — forgotten after hours</a:t>
            </a:r>
            <a:endParaRPr lang="en-US" sz="1100" dirty="0"/>
          </a:p>
          <a:p>
            <a:pPr marL="177800" indent="-177800">
              <a:lnSpc>
                <a:spcPts val="1485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Missed calls and Telegram from an FWT box, no field response tracking</a:t>
            </a:r>
            <a:endParaRPr lang="en-US" sz="1100" dirty="0"/>
          </a:p>
          <a:p>
            <a:pPr marL="177800" indent="-177800">
              <a:lnSpc>
                <a:spcPts val="1485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way to see which sensor is abnormal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security system vs 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585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4416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Parameter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Existing system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 Monitor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1C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Temperature &amp; humidity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Manual log sheet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Realtime online, 24/7 trend history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Server connection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FWT + GSM SIM card per outlet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Building internet only, no SIM card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Arming / disarming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Daily passkey on site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One-time automatic schedule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Alert notification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Missed call + Telegram broadcast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App push with respond system + Telegram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Field response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tracked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Notes + photo proof, response time KPI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Hardware maintenance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Reactive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Health score, tickets, technician schedule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Where is it installed?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Unknown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Outlet map + in-store floor plan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Monthly cost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Rp 20–30k SIM per outlet + refills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11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Decreases as more outlets are connected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stop solution: sensor to response in 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seconds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1727149" cy="2331720"/>
          </a:xfrm>
          <a:prstGeom prst="roundRect">
            <a:avLst>
              <a:gd name="adj" fmla="val 8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3613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 Alert units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13613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AVTECH 3S / 12S in every outlet. Temp &amp; RH, door, motion, power, panic button on independent ports.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11781" y="283921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94661" y="1874520"/>
            <a:ext cx="1727149" cy="2331720"/>
          </a:xfrm>
          <a:prstGeom prst="roundRect">
            <a:avLst>
              <a:gd name="adj" fmla="val 8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7541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77541" y="2331720"/>
            <a:ext cx="13613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 Alert 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7541" y="2834640"/>
            <a:ext cx="13613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Units push status every 5 min. Alert actions fire an HTTP POST or an alert e-mail.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3522" y="283921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86402" y="1874520"/>
            <a:ext cx="1727149" cy="2331720"/>
          </a:xfrm>
          <a:prstGeom prst="roundRect">
            <a:avLst>
              <a:gd name="adj" fmla="val 84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9282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69282" y="2331720"/>
            <a:ext cx="13613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 blackbox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69282" y="2834640"/>
            <a:ext cx="13613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Webhook receiver, IMAP parser and a single adapter contract. Normalises every event.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95264" y="283921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78144" y="1874520"/>
            <a:ext cx="1727149" cy="2331720"/>
          </a:xfrm>
          <a:prstGeom prst="roundRect">
            <a:avLst>
              <a:gd name="adj" fmla="val 8471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1024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1024" y="2331720"/>
            <a:ext cx="13613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61024" y="2834640"/>
            <a:ext cx="13613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Matches device &amp; sensor, opens / clears alerts, fans out to app push and Telegram, tracks KPI.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87005" y="283921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69885" y="1874520"/>
            <a:ext cx="1727149" cy="2331720"/>
          </a:xfrm>
          <a:prstGeom prst="roundRect">
            <a:avLst>
              <a:gd name="adj" fmla="val 8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2765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52765" y="2331720"/>
            <a:ext cx="13613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52765" y="2834640"/>
            <a:ext cx="13613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distribution center: notifications, respond list, history, shopfloor, maintenance, master data.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78746" y="283921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961626" y="1874520"/>
            <a:ext cx="1727149" cy="2331720"/>
          </a:xfrm>
          <a:prstGeom prst="roundRect">
            <a:avLst>
              <a:gd name="adj" fmla="val 8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4506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44506" y="2331720"/>
            <a:ext cx="13613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&amp; technician app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44506" y="2834640"/>
            <a:ext cx="13613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PWA on any Android. Respond with photo proof, work tickets, see the floor plan.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526280"/>
            <a:ext cx="11185855" cy="1234440"/>
          </a:xfrm>
          <a:prstGeom prst="roundRect">
            <a:avLst>
              <a:gd name="adj" fmla="val 14815"/>
            </a:avLst>
          </a:prstGeom>
          <a:solidFill>
            <a:srgbClr val="83B3EE"/>
          </a:solidFill>
          <a:ln w="12700">
            <a:solidFill>
              <a:srgbClr val="83B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681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delivered first, backend swapped in behind the blackbox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501091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dashboard and app run today on a seeded data set through the same adapter interface the backend will implement. Switching from mock to HTTP is a single toggle on the Integration page — no UI rewrite.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a distribution center admin needs on one screen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8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4517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8001000" y="182880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Featured outlet with live temperature, humidity and sensor chips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Awaiting-response counter with responded / open progress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Fleet temperature trend and devices-online strip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and solved alert lists with category filter, analysis donut and date range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Hardware-health strip so maintenance is never out of sight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Switchable point of view: Operations or Maintenance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55778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5577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WIT.ID design system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058400" y="5577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0" y="5577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Expandable sidebar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MAINTENANCE POINT OF VIEW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 health, tickets and technicians — 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in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8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4517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8001000" y="1828800"/>
            <a:ext cx="3687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per unit derived from offline status, sensor faults, firmware, overdue checks, warranty and uptime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 tickets: preventive, corrective, replacement, firmware — with priority, schedule and status flow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Technician assignment and workload, overdue visits highlighted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view exists in the mobile app: technicians start and complete tickets with notes and photos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Maintenance page: hardware health table, tickets, schedule by day, technician cards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SHOPFLOOR VIEW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exactly where every unit and sensor is installed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8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shopfl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4517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8001000" y="1828800"/>
            <a:ext cx="3687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Outlet map (OpenStreetMap) with every installation point, coloured by open alerts and offline devices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In-store floor plan drawn from the outlet layout: gudang, cooler area, racks, kasir, teras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Markers for the Room Alert unit and each sensor, pulsing when an alert is open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Click any point: readings, thresholds, alert history, parent device, raise a ticket</a:t>
            </a:r>
            <a:endParaRPr lang="en-US" sz="1200" dirty="0"/>
          </a:p>
          <a:p>
            <a:pPr marL="177800" indent="-177800">
              <a:lnSpc>
                <a:spcPts val="162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Positions editable from Device master data; the same plan is shown in the mobile app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MANAGEMENT &amp; MASTER DATA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master data 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CRUD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outlets, units, sensors, people</a:t>
            </a:r>
            <a:endParaRPr lang="en-US" sz="28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de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4517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8001000" y="1828800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65592" y="1938528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65592" y="2212848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Code, address, GPS, hours, time zone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913468" y="1828800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78060" y="1938528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types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78060" y="2212848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Ports, built-in sensors, firmware, service interval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01000" y="2852928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2962656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65592" y="3236976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with default sensors, edit network &amp; position, remove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913468" y="2852928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78060" y="2962656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78060" y="3236976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Type, port, thresholds, floor position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001000" y="3877056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65592" y="3986784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65592" y="4261104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Roles, outlets, tokens, approval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913468" y="3877056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78060" y="3986784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Technicians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78060" y="4261104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Specialty, mobile app token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01000" y="4901184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5010912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 persons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65592" y="5285232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contact, Telegram channel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13468" y="4901184"/>
            <a:ext cx="177530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78060" y="5010912"/>
            <a:ext cx="1446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Tickets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078060" y="5285232"/>
            <a:ext cx="1446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Create, assign, schedule, complete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LIFECYCLE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trigger to KPI, 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double response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105497" cy="2468880"/>
          </a:xfrm>
          <a:prstGeom prst="roundRect">
            <a:avLst>
              <a:gd name="adj" fmla="val 6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739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173973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 exceeds its limit during operational hours (comfort) or after hours (security). Alert opens with ID, value and time.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90129" y="290779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73009" y="1874520"/>
            <a:ext cx="2105497" cy="2468880"/>
          </a:xfrm>
          <a:prstGeom prst="roundRect">
            <a:avLst>
              <a:gd name="adj" fmla="val 6949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5889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5889" y="2331720"/>
            <a:ext cx="1739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55889" y="2834640"/>
            <a:ext cx="173973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registered employee at that outlet gets an app push; Telegram broadcast to contact persons; admin list updates.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0219" y="290779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43099" y="1874520"/>
            <a:ext cx="2105497" cy="2468880"/>
          </a:xfrm>
          <a:prstGeom prst="roundRect">
            <a:avLst>
              <a:gd name="adj" fmla="val 6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5979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25979" y="2331720"/>
            <a:ext cx="1739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25979" y="2834640"/>
            <a:ext cx="173973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employee on site adds notes and photo proof. Others see the status — nobody responds twice.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0308" y="290779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3188" y="1874520"/>
            <a:ext cx="2105497" cy="2468880"/>
          </a:xfrm>
          <a:prstGeom prst="roundRect">
            <a:avLst>
              <a:gd name="adj" fmla="val 6949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606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6068" y="2331720"/>
            <a:ext cx="1739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6068" y="2834640"/>
            <a:ext cx="173973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 Alert reports the clear value, or an admin marks it cleared. Clear time recorded.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00398" y="290779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83278" y="1874520"/>
            <a:ext cx="2105497" cy="2468880"/>
          </a:xfrm>
          <a:prstGeom prst="roundRect">
            <a:avLst>
              <a:gd name="adj" fmla="val 69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6615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66158" y="2331720"/>
            <a:ext cx="1739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66158" y="2834640"/>
            <a:ext cx="173973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time per employee and outlet becomes a KPI in Analysis and the CSV report.</a:t>
            </a:r>
            <a:endParaRPr lang="en-US" sz="1000" dirty="0"/>
          </a:p>
        </p:txBody>
      </p:sp>
      <p:pic>
        <p:nvPicPr>
          <p:cNvPr id="33" name="Image 0" descr="/private/tmp/claude-501/-Users-syabanf-Documents-works-monitoring-system/ce5fc9fe-eafe-4e44-b411-b973fda0bc6c/scratchpad/deck/shots/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0"/>
            <a:ext cx="4754880" cy="14813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34" name="Text 31"/>
          <p:cNvSpPr/>
          <p:nvPr/>
        </p:nvSpPr>
        <p:spPr>
          <a:xfrm>
            <a:off x="5486400" y="46177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list with Open / Responded / Cleared tabs, category and outlet filters, and a detail drawer with the field response and photo proof.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&amp; TECHNICIAN APP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PWA that feels native — 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installs from the browser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8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m-alerts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2148840" cy="450233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0" name="Image 1" descr="/private/tmp/claude-501/-Users-syabanf-Documents-works-monitoring-system/ce5fc9fe-eafe-4e44-b411-b973fda0bc6c/scratchpad/deck/shots/m-devices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691640"/>
            <a:ext cx="2148840" cy="450233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1" name="Image 2" descr="/private/tmp/claude-501/-Users-syabanf-Documents-works-monitoring-system/ce5fc9fe-eafe-4e44-b411-b973fda0bc6c/scratchpad/deck/shots/m-maint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91640"/>
            <a:ext cx="2148840" cy="450233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7854696" y="1783080"/>
            <a:ext cx="3834079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 with e-mail + admin-issued token; employee or technician role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Alerts: outlet filter, needs-response / responded / cleared, lazy-loading lists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detail: location, device, sensor, latest reading, ongoing time; respond with notes and camera photo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per outlet with health badge and the same floor plan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Maintenance tab: hardware health, tickets, report an issue; technicians start and complete work with photos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Installable, offline-ready shell, no app store needed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INTEGRATION BLACKBOX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pPr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blackbox</a:t>
            </a:r>
            <a:pPr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between Room Alert, the app, Telegram and the dashboard</a:t>
            </a:r>
            <a:endParaRPr lang="en-US" sz="26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6766560" cy="42291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783080"/>
          <a:ext cx="4144975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874520"/>
                <a:gridCol w="170078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Method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Endpoint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Purpose</a:t>
                      </a: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/webhooks/roomalert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Room Alert HTTP POST action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/webhooks/email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Parsed alert e-mail (IMAP)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/distributors/{id}/alerts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Notification / respond / history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/alerts/{id}/respond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Field response + photo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/integrations/telegram/broadcast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ANBot broadcast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/integrations/push/send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Employee push</a:t>
                      </a:r>
                      <a:endParaRPr lang="en-US" sz="9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6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543800" y="4343400"/>
            <a:ext cx="41449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18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 cards with enable toggles and Test buttons</a:t>
            </a:r>
            <a:endParaRPr lang="en-US" sz="1050" dirty="0"/>
          </a:p>
          <a:p>
            <a:pPr marL="177800" indent="-177800">
              <a:lnSpc>
                <a:spcPts val="1418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Console: paste a webhook JSON or alert e-mail, parse, ingest into the live dashboard</a:t>
            </a:r>
            <a:endParaRPr lang="en-US" sz="1050" dirty="0"/>
          </a:p>
          <a:p>
            <a:pPr marL="177800" indent="-177800">
              <a:lnSpc>
                <a:spcPts val="1418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 log of inbound and outbound calls</a:t>
            </a:r>
            <a:endParaRPr lang="en-US" sz="1050" dirty="0"/>
          </a:p>
          <a:p>
            <a:pPr marL="177800" indent="-177800">
              <a:lnSpc>
                <a:spcPts val="1418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Mock and HTTP adapters share one contract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 SETUP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distribution center is monitoring in minutes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800" dirty="0"/>
          </a:p>
        </p:txBody>
      </p:sp>
      <p:pic>
        <p:nvPicPr>
          <p:cNvPr id="9" name="Image 0" descr="/private/tmp/claude-501/-Users-syabanf-Documents-works-monitoring-system/ce5fc9fe-eafe-4e44-b411-b973fda0bc6c/scratchpad/deck/shots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4517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8001000" y="1856232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31352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 center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31352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Name, code, city, region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2569464"/>
            <a:ext cx="384048" cy="384048"/>
          </a:xfrm>
          <a:prstGeom prst="ellipse">
            <a:avLst/>
          </a:prstGeom>
          <a:solidFill>
            <a:srgbClr val="1011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31352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Outlets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31352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rows: code, name, address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01000" y="3282696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31352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 Alert units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31352" y="3483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and sensors per outlet with port-capacity check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01000" y="3995928"/>
            <a:ext cx="384048" cy="384048"/>
          </a:xfrm>
          <a:prstGeom prst="ellipse">
            <a:avLst/>
          </a:prstGeom>
          <a:solidFill>
            <a:srgbClr val="1011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010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31352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31352" y="4197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Tokens generated for the mobile app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01000" y="4709160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010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31352" y="4663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31352" y="4910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URL, key, webhook secret, Telegram / IMAP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01000" y="5422392"/>
            <a:ext cx="384048" cy="384048"/>
          </a:xfrm>
          <a:prstGeom prst="ellipse">
            <a:avLst/>
          </a:prstGeom>
          <a:solidFill>
            <a:srgbClr val="1E9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0100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531352" y="5376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531352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created — go to dashboard or floor plans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the 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whole network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478628" cy="1965960"/>
          </a:xfrm>
          <a:prstGeom prst="roundRect">
            <a:avLst>
              <a:gd name="adj" fmla="val 11163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4747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474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 centers across Indonesia, one admin dashboard each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1828800"/>
            <a:ext cx="5478628" cy="1965960"/>
          </a:xfrm>
          <a:prstGeom prst="roundRect">
            <a:avLst>
              <a:gd name="adj" fmla="val 11163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5908" y="2103120"/>
            <a:ext cx="4747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575908" y="3063240"/>
            <a:ext cx="474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outlets per distribution center, ~21,000 nationwide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5478628" cy="1965960"/>
          </a:xfrm>
          <a:prstGeom prst="roundRect">
            <a:avLst>
              <a:gd name="adj" fmla="val 11163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97680"/>
            <a:ext cx="4747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68680" y="5257800"/>
            <a:ext cx="474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 per outlet notified on the app — first to respond closes the loop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0148" y="4023360"/>
            <a:ext cx="5478628" cy="1965960"/>
          </a:xfrm>
          <a:prstGeom prst="roundRect">
            <a:avLst>
              <a:gd name="adj" fmla="val 11163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5908" y="4297680"/>
            <a:ext cx="4747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min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575908" y="5257800"/>
            <a:ext cx="474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push status interval; offline units flagged, power loss detected immediately with a power sensor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Modern, maintainable, ready for the backend phase</a:t>
            </a:r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645588" cy="3200400"/>
          </a:xfrm>
          <a:prstGeom prst="roundRect">
            <a:avLst>
              <a:gd name="adj" fmla="val 6913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29968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21883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Vite + React + TypeScript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Tailwind v4, WIT.ID tokens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Recharts analysis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Leaflet outlet map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export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9676" y="1828800"/>
            <a:ext cx="2645588" cy="320040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8276" y="2029968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PWA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8276" y="2514600"/>
            <a:ext cx="21883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React stack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vite-plugin-pwa (installable, offline shell)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Camera photo proof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Lazy-loading lists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iPhone demo frame on desktop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6432" y="1828800"/>
            <a:ext cx="2645588" cy="3200400"/>
          </a:xfrm>
          <a:prstGeom prst="roundRect">
            <a:avLst>
              <a:gd name="adj" fmla="val 6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5032" y="2029968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packages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25032" y="2514600"/>
            <a:ext cx="21883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 — domain model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fixtures — seeded data + session reducer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 — component kit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— API blackbox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tailwind-config — theme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43187" y="1828800"/>
            <a:ext cx="2645588" cy="3200400"/>
          </a:xfrm>
          <a:prstGeom prst="roundRect">
            <a:avLst>
              <a:gd name="adj" fmla="val 6913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1787" y="2029968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Next: 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71787" y="2514600"/>
            <a:ext cx="21883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Implements the blackbox contract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Webhook + IMAP ingestion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Push (FCM) and Telegram bot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Auth, tokens, RBAC</a:t>
            </a:r>
            <a:endParaRPr lang="en-US" sz="1150" dirty="0"/>
          </a:p>
          <a:p>
            <a:pPr marL="177800" indent="-177800">
              <a:lnSpc>
                <a:spcPts val="1553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+ reporting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121847" y="274320"/>
            <a:ext cx="566928" cy="384048"/>
          </a:xfrm>
          <a:prstGeom prst="roundRect">
            <a:avLst>
              <a:gd name="adj" fmla="val 28571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1847" y="274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63550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1717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Delivery 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phases</a:t>
            </a:r>
            <a:pPr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842184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12848"/>
            <a:ext cx="237744" cy="237744"/>
          </a:xfrm>
          <a:prstGeom prst="ellipse">
            <a:avLst/>
          </a:prstGeom>
          <a:solidFill>
            <a:srgbClr val="101112"/>
          </a:solidFill>
          <a:ln w="19050">
            <a:solidFill>
              <a:srgbClr val="1011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97480"/>
            <a:ext cx="2659304" cy="3017520"/>
          </a:xfrm>
          <a:prstGeom prst="roundRect">
            <a:avLst>
              <a:gd name="adj" fmla="val 6877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8803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· UI &amp; data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dashboard, mobile PWA, maintenance, shopfloor, master data CRUD, blackbox console, setup wizard. Delivered on seeded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45104" y="2331720"/>
            <a:ext cx="2842184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5104" y="2212848"/>
            <a:ext cx="237744" cy="237744"/>
          </a:xfrm>
          <a:prstGeom prst="ellipse">
            <a:avLst/>
          </a:prstGeom>
          <a:solidFill>
            <a:srgbClr val="ED1C24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5104" y="2697480"/>
            <a:ext cx="2659304" cy="3017520"/>
          </a:xfrm>
          <a:prstGeom prst="roundRect">
            <a:avLst>
              <a:gd name="adj" fmla="val 687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73704" y="28803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3704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73704" y="32918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· Backend &amp; pilot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73704" y="388620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behind the blackbox contract, webhook + IMAP ingestion, auth and tokens, push notifications. Pilot in 1 distribution center (100 outlets).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7288" y="2331720"/>
            <a:ext cx="2842184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7288" y="221284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7288" y="2697480"/>
            <a:ext cx="2659304" cy="301752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5888" y="28803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5888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 2027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15888" y="32918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 · Broadcast &amp; rollout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5888" y="388620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Telegram ANBot broadcast, reporting exports, KPI dashboards. Roll out to 7 distribution centers.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29471" y="2331720"/>
            <a:ext cx="2659304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29471" y="221284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29471" y="2697480"/>
            <a:ext cx="2659304" cy="301752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58071" y="28803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071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2027+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258071" y="32918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 · National scale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58071" y="388620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Remaining 23 distribution centers, light tower / CCTV integrations, predictive maintenance from uptime and sensor data.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pPr indent="0" marL="0">
              <a:buNone/>
            </a:pPr>
            <a:r>
              <a:rPr lang="en-US" sz="2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IT Happen</a:t>
            </a:r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3520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your outlets tell you before something goes wrong. RA Monitor — realtime environment &amp; security monitoring, delivered by WIT.ID.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github.com/syabanf/device-monitoring-system  ·  demo: admin@indomaret.co.id / admin123  ·  user123@indomaret.co.id / 9634871231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 Monitor Product Deck ©2026 · 360° Digital Transformation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 Monitor Product Deck</dc:title>
  <dc:subject>PptxGenJS Presentation</dc:subject>
  <dc:creator>WIT.ID</dc:creator>
  <cp:lastModifiedBy>WIT.ID</cp:lastModifiedBy>
  <cp:revision>1</cp:revision>
  <dcterms:created xsi:type="dcterms:W3CDTF">2026-09-07T14:23:12Z</dcterms:created>
  <dcterms:modified xsi:type="dcterms:W3CDTF">2026-09-07T14:23:12Z</dcterms:modified>
</cp:coreProperties>
</file>